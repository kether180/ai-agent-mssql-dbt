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DataMigrate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Transformieren Sie Ihre Dateninfrastruktur mit KI-gestützter Migration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Manuelle SQL Server-Migrationen dauern Wochen oder Monate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Menschliche Fehler bei der Datentransformation verursachen kostspielige Fehler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Erfordert spezialisierte DBAs und Dateningenieure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Legacy-Systeme haben oft keine ordentliche Dokumentation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Manuelle Tests übersehen Grenzfälle und Datenqualitätsprobleme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Die Lösung: DataMigrate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Erste KI-gestützte MSSQL zu dbt Migrationsplattform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Automatisierte Schemaanalyse und Transformation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KI-generierte dbt-Modelle mit Best Practices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Umfassende Tests und Dokumentation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Unterstützung für alle großen Cloud Data Warehouses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 Funktioniert 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1. VERBINDEN - Sichere Verbindung zu Ihrer SQL Server Datenbank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2. ANALYSIEREN - KI-Agenten analysieren Schemas, Beziehungen und Muster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3. TRANSFORMIEREN - Optimierte dbt-Modelle und Tests generieren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4. BEREITSTELLEN - Export nach Snowflake, BigQuery, Fabric, Databricks oder Redshift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KI-Agenten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Datenvorbereitung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DataPrep Agent - Profiling und Bereinigung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ML Fine-Tuning - Mustererkennung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Datenqualität - Automatisierte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Dokumentation und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Dokumentationsagent - Auto-generierte Docs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BI Agent - Analytics-bereite Modelle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Lineage-Tracking und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Überall Bereitstellen, Sicher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Ziel-Warehouses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Snowflake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Google BigQuery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Microsoft Fabric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Databricks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Amazon Redshift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Unternehmenssicherheit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TLS 1.3 + AES-256 Verschlüsselung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JWT-Authentifizierung und RBAC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DSGVO-konform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Audit-Protokollierung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On-Premises verfügbar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Kundenvorteile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80% Schneller - Tage statt Monate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95% Weniger Fehler - Automatisierte Tests erkennen Probleme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60% Kostenreduzierung - Weniger manuelle Arbeit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100% Dokumentation - Alles vollständig dokumentiert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Kein Lock-In - Standard dbt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Preispläne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743200" cy="4114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74151"/>
                </a:solidFill>
              </a:defRPr>
            </a:pPr>
            <a:r>
              <a:t>€499/Mo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Bis zu 50 Tabellen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3 Migrationen/Monat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E-Mail-Support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Basis Warehouses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743200" cy="4114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Professional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€1.499/Mo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56032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Bis zu 200 Tabellen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Unbegrenzte Migrationen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Prioritäts-Support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Alle Warehouses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Alle KI-Agenten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743200" cy="4114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74151"/>
                </a:solidFill>
              </a:defRPr>
            </a:pPr>
            <a:r>
              <a:t>Individuell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Unbegrenzte Tabellen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Dedizierter Support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On-Premises Option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SLA-Garantien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Individuelle Integrationen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Partnervorteile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15-20% Wiederkehrende Provision auf Alle Geschäfte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0"/>
            <a:ext cx="27432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€0 - €50K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Vertriebsmaterialien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Produktschulung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Demo-Zugang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286000"/>
            <a:ext cx="2743200" cy="3200400"/>
          </a:xfrm>
          <a:prstGeom prst="round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Gold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€50K - €200K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383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Prioritäts-Support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Lead-Sharing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Co-Marketing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86000"/>
            <a:ext cx="2743200" cy="320040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Platinum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€200K+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Dedizierter Manager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Gemeinsame Events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Custom Lösungen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Transformieren wir Ihre Daten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sales@datamigrate.ai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www.datamigrate.ai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FFFFFF"/>
                </a:solidFill>
              </a:defRPr>
            </a:pPr>
            <a:r>
              <a:t>KI-gestützt | Sicher | Mehrsprachig | Unternehmensfähig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