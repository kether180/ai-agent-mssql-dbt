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Transforme sua Infraestrutura de Dados com Migração Impulsionada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Migrações manuais de SQL Server levam semanas ou meses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Erros humanos na transformação de dados causam erros custosos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Requer DBAs e engenheiros de dados especializados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Sistemas legados frequentemente não têm documentação adequada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Testes manuais perdem casos extremos e problemas de qualidade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 Solução: 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Primeira plataforma de migração MSSQL para dbt com IA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Análise e transformação automática de esquemas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Modelos dbt gerados por IA com melhores práticas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Testes e documentação abrangentes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Suporte para todos os principais data warehouses na nuvem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1. CONECTAR - Conexão segura ao seu banco SQL Server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2. ANALISAR - Agentes IA analisam esquemas, relacionamentos e padrões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3. TRANSFORMAR - Gerar modelos dbt otimizados e testes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4. IMPLANTAR - Exportar para Snowflake, BigQuery, Fabric, Databricks ou Redshift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Preparação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Agente DataPrep - Perfilamento e limpeza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ML Fine-Tuning - Reconhecimento de padrões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Qualidade de Dados - Testes automatizados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Documentação 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Agente de Documentação - Docs auto-gerados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Agente BI - Modelos prontos para analytics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Rastreamento de linhagem e conformidade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Implante em Qualquer Lugar, com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Warehouses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Snowflake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Google BigQuery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Microsoft Fabric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Databricks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Amazon Redshift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Segurança Empresarial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Criptografia TLS 1.3 + AES-256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Autenticação JWT e RBAC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Conformidade com GDPR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Log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Disponível on-premises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Benefícios para 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80% Mais Rápido - Dias em vez de meses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95% Menos Erros - Testes automatizados detectam problemas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60% Redução de Custos - Menos trabalho manual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100% Documentação - Tudo completamente documentado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Sem Lock-In - Saída padrão dbt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Planos de Preços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$499/mês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Até 50 tabelas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3 migrações/mês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Suporte por email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Warehouses básicos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$1.499/mês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Até 200 tabelas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Migrações ilimitadas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Suporte prioritário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Todos os warehouses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Todos os agentes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Personalizado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Tabelas ilimitadas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Suporte dedicado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Opção on-premises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Garantias SLA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Integrações personalizadas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Benefícios para Parceiros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15-20% Comissão Recorrente em Todos os Negócios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7432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$0 - $50K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Materiais de vendas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Treinamento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Acesso a demos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743200" cy="3200400"/>
          </a:xfrm>
          <a:prstGeom prst="round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$50K - $200K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Suporte prioritário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Leads compartilhados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Co-marketing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743200" cy="32004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Platinum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$200K+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Gerente dedicado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Eventos conjuntos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Soluções custom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Vamos Transformar seus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sales@datamigrate.ai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www.datamigrate.ai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Impulsionado por IA | Seguro | Multilíngue | Pronto para Empresas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