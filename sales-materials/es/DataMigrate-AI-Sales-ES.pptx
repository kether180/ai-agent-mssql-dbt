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Transforma tu Infraestructura de Datos con Migración Impulsada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Las migraciones manuales de SQL Server toman semanas o meses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Los errores humanos en transformación de datos causan costosos errores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Requiere DBAs y ingenieros de datos especializados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Los sistemas heredados carecen de documentación adecuada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Las pruebas manuales pierden casos extremos y problemas de calidad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 Solución: 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Primera plataforma de migración MSSQL a dbt impulsada por IA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Análisis y transformación automática de esquemas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Modelos dbt generados por IA con mejores prácticas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Pruebas y documentación completas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Soporte para todos los principales data warehouses en la nube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1. CONECTAR - Conexión segura a tu base de datos SQL Server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2. ANALIZAR - Los agentes IA analizan esquemas, relaciones y patrones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3. TRANSFORMAR - Generar modelos dbt optimizados y pruebas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4. DESPLEGAR - Exportar a Snowflake, BigQuery, Fabric, Databricks o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Preparación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DataPrep - Perfilado y limpieza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ML Fine-Tuning - Reconocimiento de patrones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Calidad de Datos - Pruebas automatizadas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Documentación y Analítica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de Documentación - Docs auto-generados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Agente BI - Modelos listos para analítica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Seguimiento de linaje y cumplimiento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Despliega en Cualquier Lugar, de Forma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Warehouses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Snowflake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Google BigQuery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Microsoft Fabric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Databricks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Amazon Redshift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Seguridad Empresarial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Cifrado TLS 1.3 + AES-256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Autenticación JWT y RBAC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Cumple con GDPR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Registro de auditoría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Disponible on-premises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Beneficios para 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80% Más Rápido - Días en lugar de meses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95% Menos Errores - Pruebas automatizadas detectan problemas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60% Reducción de Costos - Menos trabajo manual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100% Documentación - Todo completamente documentado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Sin Lock-In - Salida estándar dbt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Planes de Precios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$499/mes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Hasta 50 tablas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3 migraciones/mes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Soporte por email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Warehouses básicos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$1,499/mes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Hasta 200 tablas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Migraciones ilimitadas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Soporte prioritario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Todos los warehouses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Todos los agentes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Personalizado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Tablas ilimitadas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Soporte dedicado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Opción on-premises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Garantías SLA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Integraciones personalizadas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Beneficios para Socios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15-20% Comisión Recurrente en Todos los Negocios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$0 - 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Materiales de ventas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Capacitación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Acceso a demos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743200" cy="3200400"/>
          </a:xfrm>
          <a:prstGeom prst="round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$50K - $200K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Soporte prioritario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Leads compartidos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Co-marketing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743200" cy="32004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$200K+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Gerente dedicado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Eventos conjuntos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Soluciones custom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Transformemos tus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sales@datamigrate.ai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www.datamigrate.ai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Impulsado por IA | Seguro | Multilingüe | Listo para Empresas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