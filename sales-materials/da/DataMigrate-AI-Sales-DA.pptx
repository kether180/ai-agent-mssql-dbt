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Transformer din Datainfrastruktur med AI-drevet Migration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Manuelle SQL Server-migreringer tager uger eller måneder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Menneskelige fejl i datatransformation forårsager dyre fejl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Kræver specialiserede DBA'er og dataingeniører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Ældre systemer mangler ofte ordentlig dokumentation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Manuel test overser edge cases og datakvalitetsproblemer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Løsningen: DataMigrate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Første AI-drevne MSSQL til dbt migrationsplatform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Automatiseret skemaanalyse og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AI-genererede dbt-modeller med best practices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Omfattende test og dokumentation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Support til alle større cloud data 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Sådan Fungerer Det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1. FORBIND - Sikker forbindelse til din SQL Server database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2. ANALYSER - AI-agenter analyserer skemaer, relationer og mønstre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3. TRANSFORMER - Generer optimerede dbt-modeller og tests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4. DEPLOY - Eksporter til Snowflake, BigQuery, Fabric, Databricks eller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AI-Agenter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Dataforberedelse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DataPrep Agent - Profilering og rensning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ML Fine-Tuning - Mønstergenkendelse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Datakvalitet - Automatiseret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Dokumentation og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Dokumentationsagent - Auto-genererede docs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BI Agent - Analytics-klare modeller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Lineage tracking og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Deploy Overalt, Sikkert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Mål Warehouses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Snowflake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Google BigQuery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Microsoft Fabric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Databricks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Amazon Redshift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Virksomhedssikkerhed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TLS 1.3 + AES-256 kryptering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JWT-godkendelse og RBAC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GDPR-kompatibel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Revisionslogning</a:t>
            </a:r>
          </a:p>
          <a:p>
            <a:pPr>
              <a:spcAft>
                <a:spcPts val="800"/>
              </a:spcAft>
              <a:defRPr sz="1600">
                <a:solidFill>
                  <a:srgbClr val="374151"/>
                </a:solidFill>
              </a:defRPr>
            </a:pPr>
            <a:r>
              <a:t>• On-premises tilgængelig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Kundefordele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80% Hurtigere - Dage i stedet for måneder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95% Færre Fejl - Automatiseret test fanger problemer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60% Omkostningsreduktion - Mindre manuelt arbejde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100% Dokumentation - Alt fuldt dokumenteret</a:t>
            </a:r>
          </a:p>
          <a:p>
            <a:pPr>
              <a:spcAft>
                <a:spcPts val="1200"/>
              </a:spcAft>
              <a:defRPr sz="2000">
                <a:solidFill>
                  <a:srgbClr val="374151"/>
                </a:solidFill>
              </a:defRPr>
            </a:pPr>
            <a:r>
              <a:t>• Ingen Lock-In - Standard dbt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Prisplaner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$499/md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Op til 50 tabeller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3 migreringer/måned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Email 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Basis warehouses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4114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Professional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$1.499/md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Op til 200 tabeller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Ubegrænsede migreringer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Prioriteret support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Alle warehouses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✓ Alle AI-agenter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743200" cy="4114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74151"/>
                </a:solidFill>
              </a:defRPr>
            </a:pPr>
            <a:r>
              <a:t>Tilpasset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Ubegrænsede tabeller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Dedikeret support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On-premises mulighed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SLA-garantier</a:t>
            </a:r>
          </a:p>
          <a:p>
            <a:pPr>
              <a:spcAft>
                <a:spcPts val="400"/>
              </a:spcAft>
              <a:defRPr sz="1200">
                <a:solidFill>
                  <a:srgbClr val="374151"/>
                </a:solidFill>
              </a:defRPr>
            </a:pPr>
            <a:r>
              <a:t>✓ Tilpassede integrationer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Partnerfordele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15-20% Tilbagevendende Provision på Alle Handler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286000"/>
            <a:ext cx="2743200" cy="32004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$0 - 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Salgsmaterialer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Produkttræning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Demo-adgang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2743200" cy="3200400"/>
          </a:xfrm>
          <a:prstGeom prst="round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$50K - $200K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Prioriteret support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Lead-deling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Co-marketing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86000"/>
            <a:ext cx="2743200" cy="320040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74151"/>
                </a:solidFill>
              </a:defRPr>
            </a:pPr>
            <a:r>
              <a:t>Platinum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$200K+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9319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Dedikeret manager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Fælles events</a:t>
            </a:r>
          </a:p>
          <a:p>
            <a:pPr>
              <a:spcAft>
                <a:spcPts val="200"/>
              </a:spcAft>
              <a:defRPr sz="1100">
                <a:solidFill>
                  <a:srgbClr val="374151"/>
                </a:solidFill>
              </a:defRPr>
            </a:pPr>
            <a:r>
              <a:t>✓ Custom løsninger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Lad os Transformere dine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sales@datamigrate.ai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www.datamigrate.ai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AI-drevet | Sikker | Flersproget | Virksomhedsklar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