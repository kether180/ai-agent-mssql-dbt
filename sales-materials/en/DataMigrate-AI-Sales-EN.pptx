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DataMigrate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Transform Your Legacy Data Infrastructure with AI-Powered Migration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Manual SQL Server migrations take weeks or months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Human errors in data transformation cause costly mistakes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Requires specialized DBAs and data engineers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Legacy systems often lack proper documentation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Manual testing misses edge cases and data quality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Solution: DataMigrate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First AI-powered MSSQL to dbt migration platform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Automated schema analysis and transformation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AI-generated dbt models with best practices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Comprehensive testing and documentation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Support for all major cloud data warehouses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1. CONNECT - Secure connection to your SQL Server database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2. ANALYZE - AI agents analyze schema, relationships, and patterns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3. TRANSFORM - Generate optimized dbt models and tests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4. DEPLOY - Export to Snowflake, BigQuery, Fabric, Databricks, or Redshift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DataPrep Agent - Profiling &amp; cleansing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ML Fine-Tuning - Pattern recognition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Data Quality - Automated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Documentation &amp;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Documentation Agent - Auto-generated docs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BI Agent - Analytics-ready models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Lineage tracking &amp;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Deploy Anywhere, Securely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Target Warehouses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Snowflake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Google BigQuery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Microsoft Fabric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Databricks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Amazon Redshift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Enterprise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TLS 1.3 + AES-256 encryption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JWT authentication &amp; RBAC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GDPR compliant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Audit logging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On-premises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Customer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80% Faster Migrations - Days instead of months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95% Fewer Errors - Automated testing catches issues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60% Cost Reduction - Less manual work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100% Documentation - Everything fully documented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Zero Lock-In - Standard dbt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Pricing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151"/>
                </a:solidFill>
              </a:defRPr>
            </a:pPr>
            <a:r>
              <a:t>$499/mo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Up to 50 tables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3 migrations/month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Email support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Basic warehouses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743200" cy="4114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Professional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$1,499/mo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Up to 200 tables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Unlimited migrations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Priority support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All warehouses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All AI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743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151"/>
                </a:solidFill>
              </a:defRPr>
            </a:pPr>
            <a:r>
              <a:t>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Unlimited tables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On-premises option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SLA guarantees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Custom integrations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Partner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15-20% Recurring Commission on All Deals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27432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$0 - $50K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Sales materials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Product training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Demo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2743200" cy="3200400"/>
          </a:xfrm>
          <a:prstGeom prst="round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$50K - $200K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Priority support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Lead sharing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Co-marketing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2743200" cy="32004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Platinum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$200K+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Dedicated manager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Joint events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Custom solutions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Let's Transform Your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sales@datamigrate.ai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www.datamigrate.ai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AI-Powered | Secure | Multilingual | Enterprise-Ready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